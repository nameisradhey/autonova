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Roboto" panose="02000000000000000000" pitchFamily="2" charset="0"/>
      <p:regular r:id="rId12"/>
    </p:embeddedFont>
    <p:embeddedFont>
      <p:font typeface="Roboto Slab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16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20282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AutoNova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151114" y="3077170"/>
            <a:ext cx="632817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Full-Stack MERN Application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9843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: Shalinkumar H. Prajapati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23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Enroll. no. : 23002170210101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204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 no. : 54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384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: C-2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80225-A59A-A1A4-5480-6B2CA7999428}"/>
              </a:ext>
            </a:extLst>
          </p:cNvPr>
          <p:cNvSpPr/>
          <p:nvPr/>
        </p:nvSpPr>
        <p:spPr>
          <a:xfrm>
            <a:off x="12737054" y="7702475"/>
            <a:ext cx="1807284" cy="516367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21D7AA-866C-931D-A91B-7D7AB946D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305" y="-64547"/>
            <a:ext cx="989704" cy="989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6997" y="739616"/>
            <a:ext cx="74364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Overview: AutoNova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0202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AutoNova is a full-stack MERN application designed to modernize car dealership management, combining robust functionality with a sleek, intuitive user experience.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82979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017639"/>
            <a:ext cx="46655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Streamlined Dealership Operations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3508058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AutoNova is a comprehensive React-based system engineered to simplify and enhance the daily management tasks of car dealerships.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882979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017639"/>
            <a:ext cx="4093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Modern Frontend Architecture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3508058"/>
            <a:ext cx="55292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using cutting-edge React with hooks for efficient state management, React Router for seamless navigation, and Tailwind CSS for rapid, responsive styling.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41329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547955"/>
            <a:ext cx="34742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Role-Based Access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6038374"/>
            <a:ext cx="552914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Incorporates a robust authentication system with distinct role-based access controls, ensuring secure and tailored experiences for both administrators and general users.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541329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547955"/>
            <a:ext cx="36630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Cutting-Edge Visual Design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6038374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a sophisticated glassmorphism aesthetic, enhanced by elegant gradient backgrounds, delivering a modern and visually appealing user interface.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8FCFCE-17EB-D081-63BE-31CEA3A06DD5}"/>
              </a:ext>
            </a:extLst>
          </p:cNvPr>
          <p:cNvSpPr/>
          <p:nvPr/>
        </p:nvSpPr>
        <p:spPr>
          <a:xfrm>
            <a:off x="12737054" y="7702475"/>
            <a:ext cx="1807284" cy="516367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DDB2B2-DF58-1CDE-0A4D-0FC76DD3EA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5305" y="-64547"/>
            <a:ext cx="989704" cy="989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6946" y="602974"/>
            <a:ext cx="7083266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 - Customer Side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576513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 premium car collection with advanced filtering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2108121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car information with image galleries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2510195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drive booking system with conflict prevention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291226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authentication and profile management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4280" y="331434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form integration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74280" y="371641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Responsive design for all devices</a:t>
            </a: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9153BB-8809-FAC1-9C3F-0F771A77D547}"/>
              </a:ext>
            </a:extLst>
          </p:cNvPr>
          <p:cNvSpPr/>
          <p:nvPr/>
        </p:nvSpPr>
        <p:spPr>
          <a:xfrm>
            <a:off x="12737054" y="7702475"/>
            <a:ext cx="1807284" cy="516367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719A44-A780-FD53-81B8-B558839A3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5305" y="-64547"/>
            <a:ext cx="989704" cy="989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237" y="889159"/>
            <a:ext cx="6435804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 - Admin Side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car inventory management (CRUD operations)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108121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management with status controls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2510195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drive booking management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291226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dashboard with statistics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331434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upload functionality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1638" y="371641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Database-driven analytics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342" y="943749"/>
            <a:ext cx="6342102" cy="63421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23ACAB-D4D1-F1E9-AD4D-95AB643CBB2A}"/>
              </a:ext>
            </a:extLst>
          </p:cNvPr>
          <p:cNvSpPr/>
          <p:nvPr/>
        </p:nvSpPr>
        <p:spPr>
          <a:xfrm>
            <a:off x="12737054" y="7702475"/>
            <a:ext cx="1807284" cy="516367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3E0C3B-F984-8DFB-0B5A-E5AD6DD37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5305" y="-64547"/>
            <a:ext cx="989704" cy="989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2389" y="737949"/>
            <a:ext cx="4185621" cy="613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6991" y="1547574"/>
            <a:ext cx="6530102" cy="1915954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06" y="1743789"/>
            <a:ext cx="588764" cy="58876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31" y="1872496"/>
            <a:ext cx="264914" cy="3312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3206" y="2528768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83206" y="2953226"/>
            <a:ext cx="6137672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React.js, Tailwind CSS, Lucide Icons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413308" y="1547574"/>
            <a:ext cx="6530102" cy="1915954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9523" y="1743789"/>
            <a:ext cx="588764" cy="58876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448" y="1872496"/>
            <a:ext cx="264914" cy="3312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09523" y="2528768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609523" y="2953226"/>
            <a:ext cx="6137672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Node.js, Express.js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686991" y="3659743"/>
            <a:ext cx="6530102" cy="1915954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206" y="3855958"/>
            <a:ext cx="588764" cy="588764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131" y="3984665"/>
            <a:ext cx="264914" cy="3312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83206" y="4640937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883206" y="5065395"/>
            <a:ext cx="6137672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 with Mongoose ODM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7413308" y="3659743"/>
            <a:ext cx="6530102" cy="1915954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9523" y="3855958"/>
            <a:ext cx="588764" cy="588764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1448" y="3984665"/>
            <a:ext cx="264914" cy="3312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09523" y="4640937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Authentication</a:t>
            </a:r>
            <a:endParaRPr lang="en-US" sz="1900" dirty="0"/>
          </a:p>
        </p:txBody>
      </p:sp>
      <p:sp>
        <p:nvSpPr>
          <p:cNvPr id="22" name="Text 12"/>
          <p:cNvSpPr/>
          <p:nvPr/>
        </p:nvSpPr>
        <p:spPr>
          <a:xfrm>
            <a:off x="7609523" y="5065395"/>
            <a:ext cx="6137672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tokens, bcrypt encryption</a:t>
            </a:r>
            <a:endParaRPr lang="en-US" sz="1500" dirty="0"/>
          </a:p>
        </p:txBody>
      </p:sp>
      <p:sp>
        <p:nvSpPr>
          <p:cNvPr id="23" name="Shape 13"/>
          <p:cNvSpPr/>
          <p:nvPr/>
        </p:nvSpPr>
        <p:spPr>
          <a:xfrm>
            <a:off x="686991" y="5771912"/>
            <a:ext cx="6530102" cy="1915954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206" y="5968127"/>
            <a:ext cx="588764" cy="588764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5131" y="6096833"/>
            <a:ext cx="264914" cy="33123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883206" y="6753106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File Upload</a:t>
            </a:r>
            <a:endParaRPr lang="en-US" sz="1900" dirty="0"/>
          </a:p>
        </p:txBody>
      </p:sp>
      <p:sp>
        <p:nvSpPr>
          <p:cNvPr id="27" name="Text 15"/>
          <p:cNvSpPr/>
          <p:nvPr/>
        </p:nvSpPr>
        <p:spPr>
          <a:xfrm>
            <a:off x="883206" y="7177564"/>
            <a:ext cx="6137672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Multer middleware</a:t>
            </a:r>
            <a:endParaRPr lang="en-US" sz="1500" dirty="0"/>
          </a:p>
        </p:txBody>
      </p:sp>
      <p:sp>
        <p:nvSpPr>
          <p:cNvPr id="28" name="Shape 16"/>
          <p:cNvSpPr/>
          <p:nvPr/>
        </p:nvSpPr>
        <p:spPr>
          <a:xfrm>
            <a:off x="7413308" y="5771912"/>
            <a:ext cx="6530102" cy="1915954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9523" y="5968127"/>
            <a:ext cx="588764" cy="588764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1448" y="6096833"/>
            <a:ext cx="264914" cy="3312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609523" y="6753106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State Management</a:t>
            </a:r>
            <a:endParaRPr lang="en-US" sz="1900" dirty="0"/>
          </a:p>
        </p:txBody>
      </p:sp>
      <p:sp>
        <p:nvSpPr>
          <p:cNvPr id="32" name="Text 18"/>
          <p:cNvSpPr/>
          <p:nvPr/>
        </p:nvSpPr>
        <p:spPr>
          <a:xfrm>
            <a:off x="7609523" y="7177564"/>
            <a:ext cx="6137672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Context API</a:t>
            </a:r>
            <a:endParaRPr lang="en-US" sz="15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730B10-7B11-080E-F352-E30663EFD4E7}"/>
              </a:ext>
            </a:extLst>
          </p:cNvPr>
          <p:cNvSpPr/>
          <p:nvPr/>
        </p:nvSpPr>
        <p:spPr>
          <a:xfrm>
            <a:off x="12737054" y="7805619"/>
            <a:ext cx="1807284" cy="413223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FB1330-8565-DBF4-8974-0B5432F5A346}"/>
              </a:ext>
            </a:extLst>
          </p:cNvPr>
          <p:cNvSpPr/>
          <p:nvPr/>
        </p:nvSpPr>
        <p:spPr>
          <a:xfrm>
            <a:off x="12737054" y="7702475"/>
            <a:ext cx="1807284" cy="516367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E01494-B6FD-D3D2-F0AA-56CE462E643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75305" y="-64547"/>
            <a:ext cx="989704" cy="989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7645" y="580191"/>
            <a:ext cx="5509498" cy="536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 Dashboard Features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00313" y="1350764"/>
            <a:ext cx="13429774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Admin Dashboard provides a comprehensive overview and control for dealership operations.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0313" y="1818084"/>
            <a:ext cx="385882" cy="385882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664547" y="1850172"/>
            <a:ext cx="2572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57645" y="1877020"/>
            <a:ext cx="2144316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Statistics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57645" y="2247900"/>
            <a:ext cx="1287244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Cars, users, test drives, and revenue at a glance.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0313" y="2865358"/>
            <a:ext cx="385882" cy="385882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664547" y="2897445"/>
            <a:ext cx="2572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57645" y="2924294"/>
            <a:ext cx="2319218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Popular Cars Analytics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7645" y="3295174"/>
            <a:ext cx="1287244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Insights derived from test drive data.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0313" y="3912632"/>
            <a:ext cx="385882" cy="385882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664547" y="3944719"/>
            <a:ext cx="2572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57645" y="3971568"/>
            <a:ext cx="2151578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Quick Action Buttons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57645" y="4342448"/>
            <a:ext cx="1287244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Streamlined management tasks.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0313" y="4959906"/>
            <a:ext cx="385882" cy="385882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17" name="Text 15"/>
          <p:cNvSpPr/>
          <p:nvPr/>
        </p:nvSpPr>
        <p:spPr>
          <a:xfrm>
            <a:off x="664547" y="4991993"/>
            <a:ext cx="2572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57645" y="5018842"/>
            <a:ext cx="2552819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Status Management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57645" y="5389721"/>
            <a:ext cx="1287244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active/inactive user accounts.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0313" y="6007179"/>
            <a:ext cx="385882" cy="385882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21" name="Text 19"/>
          <p:cNvSpPr/>
          <p:nvPr/>
        </p:nvSpPr>
        <p:spPr>
          <a:xfrm>
            <a:off x="664547" y="6039267"/>
            <a:ext cx="2572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57645" y="6066115"/>
            <a:ext cx="3374350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Comprehensive Car Management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57645" y="6436995"/>
            <a:ext cx="1287244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image uploads for inventory.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0313" y="7054453"/>
            <a:ext cx="385882" cy="385882"/>
          </a:xfrm>
          <a:prstGeom prst="roundRect">
            <a:avLst>
              <a:gd name="adj" fmla="val 6669"/>
            </a:avLst>
          </a:prstGeom>
          <a:solidFill>
            <a:srgbClr val="3F4652"/>
          </a:solidFill>
          <a:ln/>
        </p:spPr>
      </p:sp>
      <p:sp>
        <p:nvSpPr>
          <p:cNvPr id="25" name="Text 23"/>
          <p:cNvSpPr/>
          <p:nvPr/>
        </p:nvSpPr>
        <p:spPr>
          <a:xfrm>
            <a:off x="664547" y="7086540"/>
            <a:ext cx="2572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57645" y="7113389"/>
            <a:ext cx="221456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Drive Scheduling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57645" y="7484269"/>
            <a:ext cx="1287244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conflict resolution for bookings.</a:t>
            </a:r>
            <a:endParaRPr lang="en-US" sz="13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9765E7-B26B-3528-51E6-C0B3954B98F5}"/>
              </a:ext>
            </a:extLst>
          </p:cNvPr>
          <p:cNvSpPr/>
          <p:nvPr/>
        </p:nvSpPr>
        <p:spPr>
          <a:xfrm>
            <a:off x="12737054" y="7702475"/>
            <a:ext cx="1807284" cy="516367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9389C87-705C-925F-386F-2A0DBD031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305" y="-64547"/>
            <a:ext cx="989704" cy="989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6963" y="511969"/>
            <a:ext cx="4892040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Achievements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3406" y="1314093"/>
            <a:ext cx="134635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AutoNova showcases robust technical implementations for a seamless user experience.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06" y="1768316"/>
            <a:ext cx="833557" cy="10002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3650" y="1935004"/>
            <a:ext cx="21210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Full CRUD Operations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83650" y="2295406"/>
            <a:ext cx="124633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all entities within the system.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06" y="2768560"/>
            <a:ext cx="833557" cy="10002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83650" y="2935248"/>
            <a:ext cx="358413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Database Synchronization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583650" y="3295650"/>
            <a:ext cx="124633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Ensuring up-to-date information.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06" y="3768804"/>
            <a:ext cx="833557" cy="10002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83650" y="3935492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Conflict Prevention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583650" y="4295894"/>
            <a:ext cx="124633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the test drive booking system.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406" y="4769048"/>
            <a:ext cx="833557" cy="10002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83650" y="4935736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 Upload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583650" y="5296138"/>
            <a:ext cx="124633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file validation for secure content.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406" y="5769293"/>
            <a:ext cx="833557" cy="10002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83650" y="5935980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583650" y="6296382"/>
            <a:ext cx="124633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 experience across all devices.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406" y="6769537"/>
            <a:ext cx="833557" cy="10002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83650" y="6936224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1583650" y="7296626"/>
            <a:ext cx="124633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intuitive user feedback systems.</a:t>
            </a:r>
            <a:endParaRPr lang="en-US" sz="13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1C9F82-E008-D812-9235-D3B3B8639C25}"/>
              </a:ext>
            </a:extLst>
          </p:cNvPr>
          <p:cNvSpPr/>
          <p:nvPr/>
        </p:nvSpPr>
        <p:spPr>
          <a:xfrm>
            <a:off x="12737054" y="7702475"/>
            <a:ext cx="1807284" cy="516367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879F963-EBFD-3EF2-6920-68C820B916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5305" y="-64547"/>
            <a:ext cx="989704" cy="989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0115" y="594549"/>
            <a:ext cx="5150168" cy="612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6514" y="1544598"/>
            <a:ext cx="13257371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vision for AutoNova includes continuous improvement and expansion of features.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6514" y="2373273"/>
            <a:ext cx="6530578" cy="1447443"/>
          </a:xfrm>
          <a:prstGeom prst="roundRect">
            <a:avLst>
              <a:gd name="adj" fmla="val 7581"/>
            </a:avLst>
          </a:prstGeom>
          <a:solidFill>
            <a:srgbClr val="20273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14" y="2129790"/>
            <a:ext cx="6530578" cy="77950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079069"/>
            <a:ext cx="588407" cy="5884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34051" y="2226112"/>
            <a:ext cx="23538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905470" y="2863691"/>
            <a:ext cx="3453527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Payment Gateway Integration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05470" y="3287911"/>
            <a:ext cx="6092666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seamless transactions.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413188" y="2373273"/>
            <a:ext cx="6530697" cy="1447443"/>
          </a:xfrm>
          <a:prstGeom prst="roundRect">
            <a:avLst>
              <a:gd name="adj" fmla="val 7581"/>
            </a:avLst>
          </a:prstGeom>
          <a:solidFill>
            <a:srgbClr val="20273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188" y="2129790"/>
            <a:ext cx="6530697" cy="77950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4274" y="2079069"/>
            <a:ext cx="588407" cy="5884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60725" y="2226112"/>
            <a:ext cx="23538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7632144" y="2863691"/>
            <a:ext cx="3766899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Advanced Reporting &amp; Analytics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7632144" y="3287911"/>
            <a:ext cx="6092785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Deeper insights into dealership performance.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86514" y="4311015"/>
            <a:ext cx="6530578" cy="1447443"/>
          </a:xfrm>
          <a:prstGeom prst="roundRect">
            <a:avLst>
              <a:gd name="adj" fmla="val 7581"/>
            </a:avLst>
          </a:prstGeom>
          <a:solidFill>
            <a:srgbClr val="202733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86514" y="3869649"/>
            <a:ext cx="6530578" cy="784621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016812"/>
            <a:ext cx="588407" cy="58840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834051" y="4163854"/>
            <a:ext cx="23538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905470" y="4801433"/>
            <a:ext cx="3042285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Email Notification System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905470" y="5225653"/>
            <a:ext cx="6092666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alerts for users and admins.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7413188" y="4311015"/>
            <a:ext cx="6530697" cy="1447443"/>
          </a:xfrm>
          <a:prstGeom prst="roundRect">
            <a:avLst>
              <a:gd name="adj" fmla="val 7581"/>
            </a:avLst>
          </a:prstGeom>
          <a:solidFill>
            <a:srgbClr val="202733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188" y="4052614"/>
            <a:ext cx="6530697" cy="823948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4274" y="4016812"/>
            <a:ext cx="588407" cy="588407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0560725" y="4163854"/>
            <a:ext cx="23538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850" dirty="0"/>
          </a:p>
        </p:txBody>
      </p:sp>
      <p:sp>
        <p:nvSpPr>
          <p:cNvPr id="26" name="Text 16"/>
          <p:cNvSpPr/>
          <p:nvPr/>
        </p:nvSpPr>
        <p:spPr>
          <a:xfrm>
            <a:off x="7632144" y="4801433"/>
            <a:ext cx="290453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Car Comparison Features</a:t>
            </a:r>
            <a:endParaRPr lang="en-US" sz="1900" dirty="0"/>
          </a:p>
        </p:txBody>
      </p:sp>
      <p:sp>
        <p:nvSpPr>
          <p:cNvPr id="27" name="Text 17"/>
          <p:cNvSpPr/>
          <p:nvPr/>
        </p:nvSpPr>
        <p:spPr>
          <a:xfrm>
            <a:off x="7632144" y="5225653"/>
            <a:ext cx="6092785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Empowering customers to make informed decisions.</a:t>
            </a:r>
            <a:endParaRPr lang="en-US" sz="1500" dirty="0"/>
          </a:p>
        </p:txBody>
      </p:sp>
      <p:sp>
        <p:nvSpPr>
          <p:cNvPr id="28" name="Shape 18"/>
          <p:cNvSpPr/>
          <p:nvPr/>
        </p:nvSpPr>
        <p:spPr>
          <a:xfrm>
            <a:off x="686514" y="6248757"/>
            <a:ext cx="6530578" cy="1447443"/>
          </a:xfrm>
          <a:prstGeom prst="roundRect">
            <a:avLst>
              <a:gd name="adj" fmla="val 7581"/>
            </a:avLst>
          </a:prstGeom>
          <a:solidFill>
            <a:srgbClr val="202733"/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14" y="6029801"/>
            <a:ext cx="6530578" cy="709256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5954554"/>
            <a:ext cx="588407" cy="588407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834051" y="6101596"/>
            <a:ext cx="23538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850" dirty="0"/>
          </a:p>
        </p:txBody>
      </p:sp>
      <p:sp>
        <p:nvSpPr>
          <p:cNvPr id="32" name="Text 20"/>
          <p:cNvSpPr/>
          <p:nvPr/>
        </p:nvSpPr>
        <p:spPr>
          <a:xfrm>
            <a:off x="905470" y="6739176"/>
            <a:ext cx="3773924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Mobile Application Development</a:t>
            </a:r>
            <a:endParaRPr lang="en-US" sz="1900" dirty="0"/>
          </a:p>
        </p:txBody>
      </p:sp>
      <p:sp>
        <p:nvSpPr>
          <p:cNvPr id="33" name="Text 21"/>
          <p:cNvSpPr/>
          <p:nvPr/>
        </p:nvSpPr>
        <p:spPr>
          <a:xfrm>
            <a:off x="905470" y="7163395"/>
            <a:ext cx="6092666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apps for iOS and Android.</a:t>
            </a:r>
            <a:endParaRPr lang="en-US" sz="1500" dirty="0"/>
          </a:p>
        </p:txBody>
      </p:sp>
      <p:sp>
        <p:nvSpPr>
          <p:cNvPr id="34" name="Shape 22"/>
          <p:cNvSpPr/>
          <p:nvPr/>
        </p:nvSpPr>
        <p:spPr>
          <a:xfrm>
            <a:off x="7413188" y="6248757"/>
            <a:ext cx="6530697" cy="1447443"/>
          </a:xfrm>
          <a:prstGeom prst="roundRect">
            <a:avLst>
              <a:gd name="adj" fmla="val 7581"/>
            </a:avLst>
          </a:prstGeom>
          <a:solidFill>
            <a:srgbClr val="202733"/>
          </a:solidFill>
          <a:ln/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188" y="6029800"/>
            <a:ext cx="6530697" cy="709375"/>
          </a:xfrm>
          <a:prstGeom prst="rect">
            <a:avLst/>
          </a:prstGeom>
        </p:spPr>
      </p:pic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4274" y="5954554"/>
            <a:ext cx="588407" cy="588407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10560725" y="6101596"/>
            <a:ext cx="23538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1850" dirty="0"/>
          </a:p>
        </p:txBody>
      </p:sp>
      <p:sp>
        <p:nvSpPr>
          <p:cNvPr id="38" name="Text 24"/>
          <p:cNvSpPr/>
          <p:nvPr/>
        </p:nvSpPr>
        <p:spPr>
          <a:xfrm>
            <a:off x="7632144" y="6739176"/>
            <a:ext cx="406015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AI-Powered Car Recommendations</a:t>
            </a:r>
            <a:endParaRPr lang="en-US" sz="1900" dirty="0"/>
          </a:p>
        </p:txBody>
      </p:sp>
      <p:sp>
        <p:nvSpPr>
          <p:cNvPr id="39" name="Text 25"/>
          <p:cNvSpPr/>
          <p:nvPr/>
        </p:nvSpPr>
        <p:spPr>
          <a:xfrm>
            <a:off x="7632144" y="7163395"/>
            <a:ext cx="6092785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suggestions for customers.</a:t>
            </a:r>
            <a:endParaRPr lang="en-US" sz="15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C7C59A4-63CF-7F89-6FD7-43594CB202E9}"/>
              </a:ext>
            </a:extLst>
          </p:cNvPr>
          <p:cNvSpPr/>
          <p:nvPr/>
        </p:nvSpPr>
        <p:spPr>
          <a:xfrm>
            <a:off x="12737054" y="7702475"/>
            <a:ext cx="1807284" cy="516367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2C0C1B1-DA1A-EB0B-B0A5-FB030327E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5305" y="-64547"/>
            <a:ext cx="989704" cy="989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3" y="2955250"/>
            <a:ext cx="66935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 for your time!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046940" y="400419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AutoNova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9113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Shalinkumar H. Prajapati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515604-4D94-61E4-4039-616C1A328F99}"/>
              </a:ext>
            </a:extLst>
          </p:cNvPr>
          <p:cNvSpPr/>
          <p:nvPr/>
        </p:nvSpPr>
        <p:spPr>
          <a:xfrm>
            <a:off x="12737054" y="7702475"/>
            <a:ext cx="1807284" cy="516367"/>
          </a:xfrm>
          <a:prstGeom prst="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1A1759-539C-18AA-D113-196725D35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305" y="-64547"/>
            <a:ext cx="989704" cy="98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503</Words>
  <Application>Microsoft Office PowerPoint</Application>
  <PresentationFormat>Custom</PresentationFormat>
  <Paragraphs>109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Roboto</vt:lpstr>
      <vt:lpstr>Roboto Slab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Radhey Prajapati</cp:lastModifiedBy>
  <cp:revision>3</cp:revision>
  <dcterms:created xsi:type="dcterms:W3CDTF">2025-08-23T04:19:49Z</dcterms:created>
  <dcterms:modified xsi:type="dcterms:W3CDTF">2025-08-23T04:26:09Z</dcterms:modified>
</cp:coreProperties>
</file>